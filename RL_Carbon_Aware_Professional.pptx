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34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C45"/>
          </a:solidFill>
          <a:ln w="12700">
            <a:solidFill>
              <a:srgbClr val="1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9768" y="0"/>
            <a:ext cx="8714232" cy="9144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5029200"/>
            <a:ext cx="8714232" cy="11430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" y="8229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RL-Driven Carbon-Aware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15087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Scheduler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40080" y="2423160"/>
            <a:ext cx="4114800" cy="0"/>
          </a:xfrm>
          <a:prstGeom prst="line">
            <a:avLst/>
          </a:prstGeom>
          <a:noFill/>
          <a:ln w="1905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0312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Madni  •  Fahad Hanif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044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103120" y="3044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BISTM-A-23-59  •  BISTM-A-23-47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4838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103120" y="34838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3922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03120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Hafeez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361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103120" y="4361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Name  •  Department of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E3F"/>
          </a:solidFill>
          <a:ln w="12700">
            <a:solidFill>
              <a:srgbClr val="12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7393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19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Energy-Hungry Cloud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consumes massive amounts of electricity worldwide, growing exponentially with demand.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41448"/>
            <a:ext cx="539496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487168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946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Dependency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430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cloud regions still depend heavily on fossil fuels, driving up carbon emissions significantly.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236976"/>
            <a:ext cx="539496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282696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6499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310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Cost Prioritized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3000" y="3584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schedulers are built to optimize only for speed and cost — the environment is ignored.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032504"/>
            <a:ext cx="539496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4078224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105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Green Intelligence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" y="4379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gap in sustainable, AI-driven scheduling that minimizes carbon impact.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492240" y="914400"/>
            <a:ext cx="2286000" cy="2286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9360" y="32918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C45"/>
          </a:solidFill>
          <a:ln w="12700">
            <a:solidFill>
              <a:srgbClr val="1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Scheduling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assigned to servers instantly without evaluating the current energy source of the region.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Carbon Output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scheduling leads to significant and avoidable carbon dioxide emissions from data centers.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46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Over-provisioned workloads on high-carbon regions cause compounded electricity waste at scale.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461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Unsustainable Infrastructure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93776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growth outpaces sustainability efforts, demanding smarter, greener solutions.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CE1A0"/>
          </a:solidFill>
          <a:ln w="127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640080" cy="6858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1508760"/>
            <a:ext cx="7589520" cy="68580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1554480"/>
            <a:ext cx="54864" cy="59436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2763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15636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Carbon Intensity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874520" y="18562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check real-time carbon intensity data for all available cloud regions.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386584"/>
            <a:ext cx="640080" cy="6858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2386584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2386584"/>
            <a:ext cx="7589520" cy="68580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43000" y="2432304"/>
            <a:ext cx="54864" cy="59436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505456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7452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Green Energy Regions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874520" y="27340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route workloads to regions powered by renewable energy sources.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264408"/>
            <a:ext cx="640080" cy="6858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5760" y="326440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143000" y="3264408"/>
            <a:ext cx="7589520" cy="68580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143000" y="3310128"/>
            <a:ext cx="54864" cy="59436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38328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74520" y="3319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Non-Urgent Tasks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874520" y="36118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and delay low-priority tasks until cleaner energy windows become available.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65760" y="4142232"/>
            <a:ext cx="640080" cy="6858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60" y="414223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143000" y="4142232"/>
            <a:ext cx="7589520" cy="68580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143000" y="4187952"/>
            <a:ext cx="54864" cy="59436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261104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74520" y="4197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RL-Powered Smart Scheduling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874520" y="44897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Reinforcement Learning agent that continuously improves scheduling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CE1A0"/>
          </a:solidFill>
          <a:ln w="127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691640" cy="22860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691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Task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2514600"/>
            <a:ext cx="73152" cy="1828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11680" y="1463040"/>
            <a:ext cx="1691640" cy="22860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1691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10312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Analyzer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Urgency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03320" y="2514600"/>
            <a:ext cx="73152" cy="1828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749040" y="1463040"/>
            <a:ext cx="1691640" cy="22860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16916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84048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Region Data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40680" y="2514600"/>
            <a:ext cx="73152" cy="1828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486400" y="1463040"/>
            <a:ext cx="1691640" cy="2286000"/>
          </a:xfrm>
          <a:prstGeom prst="rect">
            <a:avLst/>
          </a:prstGeom>
          <a:solidFill>
            <a:srgbClr val="1A5C45"/>
          </a:solidFill>
          <a:ln w="254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16916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Scheduler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Region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78040" y="2514600"/>
            <a:ext cx="73152" cy="1828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223760" y="1463040"/>
            <a:ext cx="1691640" cy="22860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260" y="16916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31520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Scheduler (Step 4) is the intelligent core — it selects the optimal region using real-time carbon data and learned policies.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22E3F"/>
          </a:solidFill>
          <a:ln w="12700">
            <a:solidFill>
              <a:srgbClr val="12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212080" cy="658368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64008" cy="521208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9293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2037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 of each region, current server load, and network latency.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5212080" cy="658368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64008" cy="521208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6883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8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9626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optimal cloud region, or defer the task to a cleaner time window.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92424"/>
            <a:ext cx="5212080" cy="658368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64008" cy="521208"/>
          </a:xfrm>
          <a:prstGeom prst="rect">
            <a:avLst/>
          </a:prstGeom>
          <a:solidFill>
            <a:srgbClr val="5CE1A0"/>
          </a:solidFill>
          <a:ln w="127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447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7216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combined cost of carbon emissions, compute cost, and latency.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5212080" cy="658368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64008" cy="5212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4805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agent continuously improves its scheduling policy through experience.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6492240" y="548640"/>
            <a:ext cx="1828800" cy="182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26480" y="25603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26480" y="3931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22E3F"/>
          </a:solidFill>
          <a:ln w="12700">
            <a:solidFill>
              <a:srgbClr val="12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383280"/>
          </a:xfrm>
          <a:prstGeom prst="rect">
            <a:avLst/>
          </a:prstGeom>
          <a:solidFill>
            <a:srgbClr val="1A3A4D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Energy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Index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2103120" cy="2011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178765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Carbon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Choice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3383280"/>
          </a:xfrm>
          <a:prstGeom prst="rect">
            <a:avLst/>
          </a:prstGeom>
          <a:solidFill>
            <a:srgbClr val="1A3A4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Energy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Index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2697480"/>
            <a:ext cx="2103120" cy="2011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2697480"/>
            <a:ext cx="736092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Carbon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Choice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651760" cy="3383280"/>
          </a:xfrm>
          <a:prstGeom prst="rect">
            <a:avLst/>
          </a:prstGeom>
          <a:solidFill>
            <a:srgbClr val="1A5C45"/>
          </a:solidFill>
          <a:ln w="3175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Index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2697480"/>
            <a:ext cx="2103120" cy="2011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210312" cy="201168"/>
          </a:xfrm>
          <a:prstGeom prst="rect">
            <a:avLst/>
          </a:prstGeom>
          <a:solidFill>
            <a:srgbClr val="5CE1A0"/>
          </a:solidFill>
          <a:ln w="127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6364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Carbon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★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RL Scheduler selects Region C — lowest carbon, solar-powered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830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/ GCP Functions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06908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7830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949440" y="2130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Environment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15468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375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Algorithms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46120" y="315468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33756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690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6908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26480" y="3154680"/>
            <a:ext cx="2743200" cy="1371600"/>
          </a:xfrm>
          <a:prstGeom prst="rect">
            <a:avLst/>
          </a:prstGeom>
          <a:solidFill>
            <a:srgbClr val="1A3A4D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37560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94944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5C45"/>
          </a:solidFill>
          <a:ln w="12700">
            <a:solidFill>
              <a:srgbClr val="1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286000" cy="33832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5760720" cy="96012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554480"/>
            <a:ext cx="54864" cy="8686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71907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0" y="16002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0" y="19110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are smarter distributed across green-energy regions, reducing idle compute waste.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26080" y="2606040"/>
            <a:ext cx="5760720" cy="96012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926080" y="2651760"/>
            <a:ext cx="54864" cy="8686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81635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26974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Electricity Waste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0" y="30083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Non-urgent tasks are deferred to renewable energy windows, slashing power consumption.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926080" y="3703320"/>
            <a:ext cx="5760720" cy="960120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926080" y="3749040"/>
            <a:ext cx="54864" cy="86868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91363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57600" y="37947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Cloud Computing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0" y="41056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toward net-zero cloud infrastructure with measurable, repeatable carbon savings.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E3F"/>
          </a:solidFill>
          <a:ln w="12700">
            <a:solidFill>
              <a:srgbClr val="12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282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673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Carbon Forecasting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70432" y="1965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carbon intensity using ML models trained on historical grid data.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41448"/>
            <a:ext cx="548640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487168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6946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Cloud Provider Integration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70432" y="2807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support to AWS, Azure, GCP, and multi-cloud environments.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48640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3328416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107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355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Optimization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70432" y="36484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RL systems for collaborative, distributed scheduling at scale.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123944"/>
            <a:ext cx="548640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4169664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519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70432" y="4197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Renewable Energy Prediction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70432" y="44897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solar/wind forecasts to pre-schedule tasks in green windows.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492240" y="731520"/>
            <a:ext cx="2011680" cy="20116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936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CE1A0"/>
          </a:solidFill>
          <a:ln w="127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32104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82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6642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RL-driven carbon-aware scheduling demonstrably reduces CO₂ emissions from serverless workloads.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737360"/>
            <a:ext cx="36576" cy="4572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2441448"/>
            <a:ext cx="832104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487168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946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8992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Efficiency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250545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routing and deferring tasks improves overall data center resource utilization.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91840" y="2578608"/>
            <a:ext cx="36576" cy="4572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282696"/>
            <a:ext cx="832104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65760" y="3328416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1071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3346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Computing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74720" y="33467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promotes the adoption of eco-friendly practices in modern cloud infrastructure.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91840" y="3419856"/>
            <a:ext cx="36576" cy="4572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65760" y="4123944"/>
            <a:ext cx="8321040" cy="713232"/>
          </a:xfrm>
          <a:prstGeom prst="rect">
            <a:avLst/>
          </a:prstGeom>
          <a:solidFill>
            <a:srgbClr val="132D3D"/>
          </a:solidFill>
          <a:ln w="12700">
            <a:solidFill>
              <a:srgbClr val="13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65760" y="4169664"/>
            <a:ext cx="54864" cy="621792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5196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78992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AI Future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474720" y="41879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a key enabler for making cloud computing truly sustainable at scale.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91840" y="4261104"/>
            <a:ext cx="36576" cy="4572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45">
              <a:alpha val="30000"/>
            </a:srgbClr>
          </a:solidFill>
          <a:ln w="12700">
            <a:solidFill>
              <a:srgbClr val="1A5C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22E3F"/>
          </a:solidFill>
          <a:ln w="12700">
            <a:solidFill>
              <a:srgbClr val="12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5720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3200400" cy="0"/>
          </a:xfrm>
          <a:prstGeom prst="line">
            <a:avLst/>
          </a:prstGeom>
          <a:noFill/>
          <a:ln w="25400">
            <a:solidFill>
              <a:srgbClr val="5CE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594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89120" y="850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RL-Driven Carbon-Aware Serverless Scheduler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0" y="1280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9120" y="1536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Madni  •  Fahad Hanif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389120" y="22219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0" y="2651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0" y="2907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Hafeez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89120" y="3593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4023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89120" y="4279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679</Words>
  <Application>Microsoft Office PowerPoint</Application>
  <PresentationFormat>On-screen Show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RL-Driven Carbon-Aware Serverless Scheduler</dc:title>
  <dc:subject>PptxGenJS Presentation</dc:subject>
  <dc:creator>PptxGenJS</dc:creator>
  <cp:lastModifiedBy>(SP23-BAF-046) MUHAMMAD ABDUL REHMAN</cp:lastModifiedBy>
  <cp:revision>2</cp:revision>
  <dcterms:created xsi:type="dcterms:W3CDTF">2026-05-14T01:54:12Z</dcterms:created>
  <dcterms:modified xsi:type="dcterms:W3CDTF">2026-05-14T02:10:46Z</dcterms:modified>
</cp:coreProperties>
</file>